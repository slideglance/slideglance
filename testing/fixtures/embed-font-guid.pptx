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embeddedFontLst>
    <p:embeddedFont>
      <p:font typeface="Slideglance Test" pitchFamily="34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{12345678-1234-1234-1234-1234567890AB}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SlideGlance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small fixture for the conversion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with plain text</a:t>
            </a:r>
          </a:p>
          <a:p>
            <a:pPr lvl="1"/>
            <a:r>
              <a:t>Second bullet, bold run follows</a:t>
            </a:r>
          </a:p>
          <a:p>
            <a:r>
              <a:rPr b="1" sz="2000"/>
              <a:t>Bold and sized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 and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plain text box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23360" y="1645920"/>
          <a:ext cx="4206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548640">
                <a:tc>
                  <a:txBody>
                    <a:bodyPr/>
                    <a:lstStyle/>
                    <a:p>
                      <a:r>
                        <a:t>Head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 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